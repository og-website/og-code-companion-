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17999fcebb41f5" /><Relationship Type="http://schemas.openxmlformats.org/officeDocument/2006/relationships/extended-properties" Target="/docProps/app.xml" Id="R684d6b3b657749dc" /><Relationship Type="http://schemas.openxmlformats.org/officeDocument/2006/relationships/officeDocument" Target="/ppt/presentation.xml" Id="R8fba3c9d2530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a309eaafd54cdf"/>
  </p:sldMasterIdLst>
  <p:notesMasterIdLst>
    <p:notesMasterId xmlns:r="http://schemas.openxmlformats.org/officeDocument/2006/relationships" r:id="R164af35e6e344baa"/>
  </p:notesMasterIdLst>
  <p:sldIdLst>
    <p:sldId xmlns:r="http://schemas.openxmlformats.org/officeDocument/2006/relationships" id="256" r:id="R8679d0c356fe422a"/>
    <p:sldId xmlns:r="http://schemas.openxmlformats.org/officeDocument/2006/relationships" id="257" r:id="Rf803184bd0f547c9"/>
    <p:sldId xmlns:r="http://schemas.openxmlformats.org/officeDocument/2006/relationships" id="258" r:id="R99c2cb386bb74e03"/>
    <p:sldId xmlns:r="http://schemas.openxmlformats.org/officeDocument/2006/relationships" id="259" r:id="Rf0fb03ce520c4571"/>
    <p:sldId xmlns:r="http://schemas.openxmlformats.org/officeDocument/2006/relationships" id="260" r:id="R5108586c3342492a"/>
    <p:sldId xmlns:r="http://schemas.openxmlformats.org/officeDocument/2006/relationships" id="261" r:id="R59e0504ad33b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ba43f9046647b9" /><Relationship Type="http://schemas.openxmlformats.org/officeDocument/2006/relationships/slideMaster" Target="/ppt/slideMasters/slideMaster1.xml" Id="R87a309eaafd54cdf" /><Relationship Type="http://schemas.openxmlformats.org/officeDocument/2006/relationships/notesMaster" Target="/ppt/notesMasters/notesMaster1.xml" Id="R164af35e6e344baa" /><Relationship Type="http://schemas.openxmlformats.org/officeDocument/2006/relationships/presProps" Target="/ppt/presProps.xml" Id="Rc4d9db94c3d34dc8" /><Relationship Type="http://schemas.openxmlformats.org/officeDocument/2006/relationships/tableStyles" Target="/ppt/tableStyles.xml" Id="Rbd7d59e587e542b2" /><Relationship Type="http://schemas.openxmlformats.org/officeDocument/2006/relationships/slide" Target="/ppt/slides/slide1.xml" Id="R8679d0c356fe422a" /><Relationship Type="http://schemas.openxmlformats.org/officeDocument/2006/relationships/slide" Target="/ppt/slides/slide2.xml" Id="Rf803184bd0f547c9" /><Relationship Type="http://schemas.openxmlformats.org/officeDocument/2006/relationships/slide" Target="/ppt/slides/slide3.xml" Id="R99c2cb386bb74e03" /><Relationship Type="http://schemas.openxmlformats.org/officeDocument/2006/relationships/slide" Target="/ppt/slides/slide4.xml" Id="Rf0fb03ce520c4571" /><Relationship Type="http://schemas.openxmlformats.org/officeDocument/2006/relationships/slide" Target="/ppt/slides/slide5.xml" Id="R5108586c3342492a" /><Relationship Type="http://schemas.openxmlformats.org/officeDocument/2006/relationships/slide" Target="/ppt/slides/slide6.xml" Id="R59e0504ad33b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577f9fc0cd47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fdab70eb2448bc" /><Relationship Type="http://schemas.openxmlformats.org/officeDocument/2006/relationships/notesMaster" Target="/ppt/notesMasters/notesMaster1.xml" Id="R808aa2460e5740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0adbcd94445c2" /><Relationship Type="http://schemas.openxmlformats.org/officeDocument/2006/relationships/notesMaster" Target="/ppt/notesMasters/notesMaster1.xml" Id="R102f23e721e0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70e740a33f4fe9" /><Relationship Type="http://schemas.openxmlformats.org/officeDocument/2006/relationships/notesMaster" Target="/ppt/notesMasters/notesMaster1.xml" Id="Rf08b3c4491144b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1fe9c77cb048a7" /><Relationship Type="http://schemas.openxmlformats.org/officeDocument/2006/relationships/notesMaster" Target="/ppt/notesMasters/notesMaster1.xml" Id="R85fdecda3eb1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4f8186a644a34" /><Relationship Type="http://schemas.openxmlformats.org/officeDocument/2006/relationships/notesMaster" Target="/ppt/notesMasters/notesMaster1.xml" Id="R0701642ddcae43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823b79cf0e438d" /><Relationship Type="http://schemas.openxmlformats.org/officeDocument/2006/relationships/notesMaster" Target="/ppt/notesMasters/notesMaster1.xml" Id="Rb2b7c4edc72b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de930d35c48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ad636a0e944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9671f8bd14a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26239918540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255571bfa4d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8c2e78bf245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109FB1-BEAC-417C-88C9-8E52CF97ED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F2492E-331A-4592-A0E9-E47E1216BE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77963F-8FB6-497C-9575-A5323D382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F03A67-2375-43CF-8156-5FD7B0DA9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7D7171-8ACA-46C1-AEDD-706351408D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01690E-71BC-4B5E-89FE-87E97E0AE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062272-E9DD-40CC-B633-1908CFF6FF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67414A-1FA5-431A-9778-57E2CC2A76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F95F01-CAA8-40C5-AE7B-095E9E60D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8EF0DB-2852-4C40-9343-AF3EB23146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8f89732a9c4511" /><Relationship Type="http://schemas.openxmlformats.org/officeDocument/2006/relationships/slideLayout" Target="/ppt/slideLayouts/slideLayout1.xml" Id="R8b829951edc74f0f" /><Relationship Type="http://schemas.openxmlformats.org/officeDocument/2006/relationships/slideLayout" Target="/ppt/slideLayouts/slideLayout2.xml" Id="R3b1fb7f7af944304" /><Relationship Type="http://schemas.openxmlformats.org/officeDocument/2006/relationships/slideLayout" Target="/ppt/slideLayouts/slideLayout3.xml" Id="Rd7c2644f2c5d4afe" /><Relationship Type="http://schemas.openxmlformats.org/officeDocument/2006/relationships/slideLayout" Target="/ppt/slideLayouts/slideLayout4.xml" Id="Red39b6e844fb4bd1" /><Relationship Type="http://schemas.openxmlformats.org/officeDocument/2006/relationships/slideLayout" Target="/ppt/slideLayouts/slideLayout5.xml" Id="Rae80af91965a4bf6" /><Relationship Type="http://schemas.openxmlformats.org/officeDocument/2006/relationships/slideLayout" Target="/ppt/slideLayouts/slideLayout6.xml" Id="Rabfdf1a44d734e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29951edc74f0f"/>
    <p:sldLayoutId xmlns:r="http://schemas.openxmlformats.org/officeDocument/2006/relationships" id="2147483650" r:id="R3b1fb7f7af944304"/>
    <p:sldLayoutId xmlns:r="http://schemas.openxmlformats.org/officeDocument/2006/relationships" id="2147483651" r:id="Rd7c2644f2c5d4afe"/>
    <p:sldLayoutId xmlns:r="http://schemas.openxmlformats.org/officeDocument/2006/relationships" id="2147483652" r:id="Red39b6e844fb4bd1"/>
    <p:sldLayoutId xmlns:r="http://schemas.openxmlformats.org/officeDocument/2006/relationships" id="2147483653" r:id="Rae80af91965a4bf6"/>
    <p:sldLayoutId xmlns:r="http://schemas.openxmlformats.org/officeDocument/2006/relationships" id="2147483654" r:id="Rabfdf1a44d734e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46c0af3064138" /><Relationship Type="http://schemas.openxmlformats.org/officeDocument/2006/relationships/image" Target="/ppt/media/image.png" Id="Raefc05a82a5246a7" /><Relationship Type="http://schemas.openxmlformats.org/officeDocument/2006/relationships/notesSlide" Target="/ppt/notesSlides/notesSlide1.xml" Id="Reda3fa5603df47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fa56969374d83" /><Relationship Type="http://schemas.openxmlformats.org/officeDocument/2006/relationships/image" Target="/ppt/media/image2.png" Id="R19d41cd67fee439f" /><Relationship Type="http://schemas.openxmlformats.org/officeDocument/2006/relationships/notesSlide" Target="/ppt/notesSlides/notesSlide2.xml" Id="R86703ce99bfc47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b8266137d45ca" /><Relationship Type="http://schemas.openxmlformats.org/officeDocument/2006/relationships/image" Target="/ppt/media/image3.png" Id="Rc49cdeb222e04264" /><Relationship Type="http://schemas.openxmlformats.org/officeDocument/2006/relationships/notesSlide" Target="/ppt/notesSlides/notesSlide3.xml" Id="R54b53e62026a45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16b7a44c84f46" /><Relationship Type="http://schemas.openxmlformats.org/officeDocument/2006/relationships/image" Target="/ppt/media/image4.png" Id="R131d5a6788f74458" /><Relationship Type="http://schemas.openxmlformats.org/officeDocument/2006/relationships/notesSlide" Target="/ppt/notesSlides/notesSlide4.xml" Id="R37c6d74f923645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3471c93994fea" /><Relationship Type="http://schemas.openxmlformats.org/officeDocument/2006/relationships/image" Target="/ppt/media/image5.png" Id="Raf9cd971a3eb456d" /><Relationship Type="http://schemas.openxmlformats.org/officeDocument/2006/relationships/notesSlide" Target="/ppt/notesSlides/notesSlide5.xml" Id="Rb5635753bca947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0636f11d240db" /><Relationship Type="http://schemas.openxmlformats.org/officeDocument/2006/relationships/image" Target="/ppt/media/image6.png" Id="R0805a7a0aa614c6d" /><Relationship Type="http://schemas.openxmlformats.org/officeDocument/2006/relationships/notesSlide" Target="/ppt/notesSlides/notesSlide6.xml" Id="Re297875a9db54d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4250B-D30A-43A9-9D6F-A7872DE2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OG WEB.SITE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D3730-59B2-4F26-9BD9-D25C092D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49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49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OG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67DC2-C317-40DE-ABE9-A052DEE8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550" b="0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2550" b="0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93EEAC"/>
                </a:solidFill>
                <a:latin typeface="Arial"/>
                <a:ea typeface="Arial"/>
                <a:cs typeface="Arial"/>
              </a:rPr>
              <a:t>Investor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0798E-5172-45BA-A1CE-D02513FB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5667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Product validation, proposed users and commercial due diligence for a Windows desktop workbench.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1EF78-13BB-4C7F-A592-A4ADA7AD2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c05a82a5246a7"/>
          <a:stretch xmlns:a="http://schemas.openxmlformats.org/drawingml/2006/main"/>
        </p:blipFill>
        <p:spPr>
          <a:xfrm xmlns:a="http://schemas.openxmlformats.org/drawingml/2006/main">
            <a:off x="7000875" y="1181100"/>
            <a:ext cx="4524375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9CE0D-37DA-4C31-8276-67770DF4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626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275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Rob Johnston | Commercial evidence basis: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257299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743E7-E3F9-4DA3-9F1F-4CEE305716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41cd67fee439f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775EE-6AFA-4BE6-A63C-3CD78562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C1E0A-D567-40FC-ACD4-206D9036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Product and proposed users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81D81-C8A4-48DD-AB08-7B3ABC61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Investor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AC75A-4A9F-4877-A273-51743E4D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15E5F-CA0C-4DC7-A4B3-41CF454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User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45ECD-E41A-49EC-A801-75BD179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Translate a program idea into libraries, reference examples and an editable foundation without first knowing every package name.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41777-4332-4A1B-A90D-44410F1C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Proposed audiences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02C54-6440-4DDE-886A-B2DA319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Independent learners, teaching groups and developers exploring another language. These audiences are hypotheses for pilot 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EDBA4-D12C-46C9-813A-EAD928E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Current product basis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0B85C-6048-4B40-A490-5E10512E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rebuilt Windows application combines code building and guidance with library browsing. A separate model tab provides explicit connection.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24044-732A-400C-AFB0-7DD021FF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Evidence to collect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341C8-ADB0-4B50-A790-4256CCB3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Observe successful task completion, retained edits, code comprehension and support needs. Demand and willingness to pay have not been established.</a:t>
            </a:r>
          </a:p>
        </p:txBody>
      </p:sp>
    </p:spTree>
    <p:extLst>
      <p:ext uri="{BB962C8B-B14F-4D97-AF65-F5344CB8AC3E}">
        <p14:creationId xmlns:p14="http://schemas.microsoft.com/office/powerpoint/2010/main" val="1710690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D5E5C-F4F6-4B03-BCB4-5080008322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cdeb222e04264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891D2-B659-4751-BFB3-E51E7711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042DC-BFFD-48DD-833B-ED50FDC9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Commercial validation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ADCF8-8CBA-4930-B59F-87EAB900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Investor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04791-B4E2-421B-BFAC-9CD3D6C2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6319F-AA03-48C8-9DA3-FC6F3D1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Initial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5612F-A8B6-4894-B122-50689D5F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A proposed supervised Windows pilot would use defined learning tasks, attributed examples and clear expectations about AI drafts.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207F0-CBA7-429A-9E3B-63FA9B0F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Commercial 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CCB22-529F-40E2-9CC5-3EF33E2A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Education deployment, support and a maintained example catalogue are options to test. They are not approved products or established revenue streams.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0D380-AE6C-4B5B-B852-6D19D2D5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Decision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71F7F-FC71-46D8-9E0F-418D6CAE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Separate classroom usability, model quality and library-source coverage. A successful code extraction is not proof that a learner can run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C8299-8C08-40BF-8F7A-64061C59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Financial basis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89DD3-7105-43A6-B8E5-3E90BB6A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Pricing, paid users, revenue, operating budget and funding requirements are not verified. A financial forecast requires owner inputs and pilot evidence.</a:t>
            </a:r>
          </a:p>
        </p:txBody>
      </p:sp>
    </p:spTree>
    <p:extLst>
      <p:ext uri="{BB962C8B-B14F-4D97-AF65-F5344CB8AC3E}">
        <p14:creationId xmlns:p14="http://schemas.microsoft.com/office/powerpoint/2010/main" val="312602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E2E8F-45AB-4BAD-BC51-945C5833A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d5a6788f74458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0318D-F8C4-48B9-BC45-9E7B8CBF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09D0C-49A9-4670-A51F-96CF3FEB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Infrastructure and cost drivers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348D7-1E42-428E-872E-37E5B790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Investor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4F719-D0A2-41B3-9972-B61124A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E689C-B266-4D52-AE34-D9F26A3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Desktop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FFB30-38F9-4DA6-B78C-BCE05834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portable Windows package includes Python and Qt. Its executable passes the installation check. A clean recipient computer still needs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35819-5E08-43D6-B148-7B62C67F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Optional local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7FB85-E501-498B-A0B7-276D5474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Each user supplies a running model service and sufficient local hardware. Reference libraries work independently. Quality and processing time vary by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1D6A4-F160-4C47-835E-12DD67BB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Public data dependencies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3FB7E-ACE0-4DD4-9DBF-E5C71B92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Live searches and uncached documentation need internet access. Provider availability and rate limits affect the user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B812A-0034-40E9-8A3A-7343032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Budget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9CB18-D7AE-421A-A653-F970720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Allow for release testing, support, licence review, catalogue maintenance and any chosen model distribution. No supplier quotation or scale-up budget is claimed.</a:t>
            </a:r>
          </a:p>
        </p:txBody>
      </p:sp>
    </p:spTree>
    <p:extLst>
      <p:ext uri="{BB962C8B-B14F-4D97-AF65-F5344CB8AC3E}">
        <p14:creationId xmlns:p14="http://schemas.microsoft.com/office/powerpoint/2010/main" val="773409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CB3BD-920F-4F98-9104-65EF58F48B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cd971a3eb456d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025DB-E847-4879-A43D-086B71F6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B9745-608F-4E51-9840-E2CDE82A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Ownership and content diligence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E7A2A-D15A-44DE-AEF1-EBBDB1CE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Investor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AB90E-A9A4-4378-B29F-42A50DE8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6A596-1741-4162-B7DB-589DDE18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Application and branding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D965A-0046-4CCF-8E36-232B7876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OG Companion source and the supplied logo/icon are the product assets. Ownership records and any commercial terms need formal confirmation.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01E0E-893A-4736-AD99-0559E14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Third-party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ECA6C-EF29-4BB2-B04A-3239A42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14 bundled collections include their source-licence files. Loaded examples preserve source and attribution; permitted reuse still depends on the source terms.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4196A-6AB7-4E09-B0EE-30B156BE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Information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45536-E9F7-4DBD-8A89-CC5CD6A4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Search terms go to public providers. Custom prompts and code go to the selected localhost service. Service configuration determines inference location.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F76DE-7CD9-4B07-B960-B5D63CF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Commercial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503DC-1BF8-4EA4-A1AF-FB6039A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Brand clearance, distribution licences, support terms and any IP protection require appropriate review. No valuation or granted-rights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411051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1A199-12A0-4AC0-B6DD-EC3F2210B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5a7a0aa614c6d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73586-9F91-413D-B516-D62162E8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8F323-214A-40CA-B2AC-2C23F61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Release and investment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A1770-D3CC-4D2E-9D60-65015324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Investor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4CF4F-7201-406B-86F4-029B9BE8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D637A-B070-459F-AD07-4BD0372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Verified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3B170-B5CA-45E6-8127-A4E2F38D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rebuilt executable, 106 checks and controlled foundations provide operating evidence. A larger local model produced one tested reusable module.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13B31-E0C7-405E-BC87-CA2FD9AC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Current 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A8DB4-B204-439A-891E-9758C0CF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A small model ignored an explicit module requirement and the app rejected it. Wider model quality, recipient acceptance and commercial demand need 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E9C02-BFDC-4667-8635-337A1828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Next product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6572-0479-4B33-BAA5-F9E634C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next pilot should measure realistic task completion and code comprehension on recipient computers, alongside local-model setup and support needs.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ABF6B-2611-4FF4-93C9-7C731F8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Investment basis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A1C73-D22B-492D-A792-1A62A5C3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A funding proposal should follow confirmed ownership, pilot demand, delivery costs and support assumptions. Those inputs are not yet established.</a:t>
            </a:r>
          </a:p>
        </p:txBody>
      </p:sp>
    </p:spTree>
    <p:extLst>
      <p:ext uri="{BB962C8B-B14F-4D97-AF65-F5344CB8AC3E}">
        <p14:creationId xmlns:p14="http://schemas.microsoft.com/office/powerpoint/2010/main" val="1736946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2026-10-14T09:24:19.8870000Z</dcterms:created>
  <dcterms:modified xsi:type="dcterms:W3CDTF">2026-10-14T09:24:19.8870000Z</dcterms:modified>
</coreProperties>
</file>