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fe2c0e80844e5" /><Relationship Type="http://schemas.openxmlformats.org/officeDocument/2006/relationships/extended-properties" Target="/docProps/app.xml" Id="Rf44d39cb659345a9" /><Relationship Type="http://schemas.openxmlformats.org/officeDocument/2006/relationships/officeDocument" Target="/ppt/presentation.xml" Id="Rb00464a31194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c70647448c47bb"/>
  </p:sldMasterIdLst>
  <p:notesMasterIdLst>
    <p:notesMasterId xmlns:r="http://schemas.openxmlformats.org/officeDocument/2006/relationships" r:id="R720687e346ed47af"/>
  </p:notesMasterIdLst>
  <p:sldIdLst>
    <p:sldId xmlns:r="http://schemas.openxmlformats.org/officeDocument/2006/relationships" id="256" r:id="R7389946d36ab4bb5"/>
    <p:sldId xmlns:r="http://schemas.openxmlformats.org/officeDocument/2006/relationships" id="257" r:id="Rfe5d86807e484114"/>
    <p:sldId xmlns:r="http://schemas.openxmlformats.org/officeDocument/2006/relationships" id="258" r:id="Re4b4e9cafe02402f"/>
    <p:sldId xmlns:r="http://schemas.openxmlformats.org/officeDocument/2006/relationships" id="259" r:id="R0342c56f75bc48e3"/>
    <p:sldId xmlns:r="http://schemas.openxmlformats.org/officeDocument/2006/relationships" id="260" r:id="R911c83889e3f46fb"/>
    <p:sldId xmlns:r="http://schemas.openxmlformats.org/officeDocument/2006/relationships" id="261" r:id="R8559c7df32f041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35b70a7382486b" /><Relationship Type="http://schemas.openxmlformats.org/officeDocument/2006/relationships/slideMaster" Target="/ppt/slideMasters/slideMaster1.xml" Id="Refc70647448c47bb" /><Relationship Type="http://schemas.openxmlformats.org/officeDocument/2006/relationships/notesMaster" Target="/ppt/notesMasters/notesMaster1.xml" Id="R720687e346ed47af" /><Relationship Type="http://schemas.openxmlformats.org/officeDocument/2006/relationships/presProps" Target="/ppt/presProps.xml" Id="R94bdf92200d94ef6" /><Relationship Type="http://schemas.openxmlformats.org/officeDocument/2006/relationships/tableStyles" Target="/ppt/tableStyles.xml" Id="Reaefd9514f9d4476" /><Relationship Type="http://schemas.openxmlformats.org/officeDocument/2006/relationships/slide" Target="/ppt/slides/slide1.xml" Id="R7389946d36ab4bb5" /><Relationship Type="http://schemas.openxmlformats.org/officeDocument/2006/relationships/slide" Target="/ppt/slides/slide2.xml" Id="Rfe5d86807e484114" /><Relationship Type="http://schemas.openxmlformats.org/officeDocument/2006/relationships/slide" Target="/ppt/slides/slide3.xml" Id="Re4b4e9cafe02402f" /><Relationship Type="http://schemas.openxmlformats.org/officeDocument/2006/relationships/slide" Target="/ppt/slides/slide4.xml" Id="R0342c56f75bc48e3" /><Relationship Type="http://schemas.openxmlformats.org/officeDocument/2006/relationships/slide" Target="/ppt/slides/slide5.xml" Id="R911c83889e3f46fb" /><Relationship Type="http://schemas.openxmlformats.org/officeDocument/2006/relationships/slide" Target="/ppt/slides/slide6.xml" Id="R8559c7df32f0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cabb044e6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e1fc23fd644477" /><Relationship Type="http://schemas.openxmlformats.org/officeDocument/2006/relationships/notesMaster" Target="/ppt/notesMasters/notesMaster1.xml" Id="R5d416d9468164e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125f249f114672" /><Relationship Type="http://schemas.openxmlformats.org/officeDocument/2006/relationships/notesMaster" Target="/ppt/notesMasters/notesMaster1.xml" Id="R13c6ed35a89143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12c2340e24530" /><Relationship Type="http://schemas.openxmlformats.org/officeDocument/2006/relationships/notesMaster" Target="/ppt/notesMasters/notesMaster1.xml" Id="Rc7d9ae4c60fb47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ffd2cdf864436" /><Relationship Type="http://schemas.openxmlformats.org/officeDocument/2006/relationships/notesMaster" Target="/ppt/notesMasters/notesMaster1.xml" Id="Ra10cc830de7c43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8e174571044deb" /><Relationship Type="http://schemas.openxmlformats.org/officeDocument/2006/relationships/notesMaster" Target="/ppt/notesMasters/notesMaster1.xml" Id="Rcbb396a4b6b444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a0c447d6c84b39" /><Relationship Type="http://schemas.openxmlformats.org/officeDocument/2006/relationships/notesMaster" Target="/ppt/notesMasters/notesMaster1.xml" Id="Ra96eefb1e723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OG Companion 2.2 source modules and tests; content-inventory.json; supplied OG logo and ICO; Windows executable and controlled local-model verification, 14 October 2026. https://github.com/OG-Website/OG-Code-Companion-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f25bcb99849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fe602512140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e4238895440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914f7171942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742c893374f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b55501430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F8BE8E-2745-4DA9-BE7B-032F556BA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2BF8DE-647F-439A-8D74-DEA93AE556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06E631-11B0-4CF7-B922-4194E8642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F8803D-93C0-4E66-A697-B533B0E03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EC0B1E-D667-4D8E-81E7-45926755E8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F36672-E0C9-47C2-B830-4D286D2CD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8157FC-7678-4C06-B182-F25AD2C06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722E87-167E-4237-BE2A-2D176957EC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4843E3-EFDC-45D5-AE10-38C6D6AEF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166721-0A05-44E3-B62F-9FED71C1CE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0d7c18530840fc" /><Relationship Type="http://schemas.openxmlformats.org/officeDocument/2006/relationships/slideLayout" Target="/ppt/slideLayouts/slideLayout1.xml" Id="Rf43154443b624b0c" /><Relationship Type="http://schemas.openxmlformats.org/officeDocument/2006/relationships/slideLayout" Target="/ppt/slideLayouts/slideLayout2.xml" Id="R2aa0919865b44e2a" /><Relationship Type="http://schemas.openxmlformats.org/officeDocument/2006/relationships/slideLayout" Target="/ppt/slideLayouts/slideLayout3.xml" Id="R38c06c9632fc4cd2" /><Relationship Type="http://schemas.openxmlformats.org/officeDocument/2006/relationships/slideLayout" Target="/ppt/slideLayouts/slideLayout4.xml" Id="Rbf27da008bd747aa" /><Relationship Type="http://schemas.openxmlformats.org/officeDocument/2006/relationships/slideLayout" Target="/ppt/slideLayouts/slideLayout5.xml" Id="Re98abd9975364cc0" /><Relationship Type="http://schemas.openxmlformats.org/officeDocument/2006/relationships/slideLayout" Target="/ppt/slideLayouts/slideLayout6.xml" Id="R3e55843a95484c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3154443b624b0c"/>
    <p:sldLayoutId xmlns:r="http://schemas.openxmlformats.org/officeDocument/2006/relationships" id="2147483650" r:id="R2aa0919865b44e2a"/>
    <p:sldLayoutId xmlns:r="http://schemas.openxmlformats.org/officeDocument/2006/relationships" id="2147483651" r:id="R38c06c9632fc4cd2"/>
    <p:sldLayoutId xmlns:r="http://schemas.openxmlformats.org/officeDocument/2006/relationships" id="2147483652" r:id="Rbf27da008bd747aa"/>
    <p:sldLayoutId xmlns:r="http://schemas.openxmlformats.org/officeDocument/2006/relationships" id="2147483653" r:id="Re98abd9975364cc0"/>
    <p:sldLayoutId xmlns:r="http://schemas.openxmlformats.org/officeDocument/2006/relationships" id="2147483654" r:id="R3e55843a9548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7085f0afd4575" /><Relationship Type="http://schemas.openxmlformats.org/officeDocument/2006/relationships/image" Target="/ppt/media/image.png" Id="R7ed5cde0e2b54635" /><Relationship Type="http://schemas.openxmlformats.org/officeDocument/2006/relationships/notesSlide" Target="/ppt/notesSlides/notesSlide1.xml" Id="R4e4fb2ac7f0c4b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326b2bd594677" /><Relationship Type="http://schemas.openxmlformats.org/officeDocument/2006/relationships/image" Target="/ppt/media/image2.png" Id="R4608d950a0c44c5a" /><Relationship Type="http://schemas.openxmlformats.org/officeDocument/2006/relationships/image" Target="/ppt/media/image3.png" Id="R6b2827261d6d4263" /><Relationship Type="http://schemas.openxmlformats.org/officeDocument/2006/relationships/notesSlide" Target="/ppt/notesSlides/notesSlide2.xml" Id="Rd394a8516d5147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9809ef5e34b40" /><Relationship Type="http://schemas.openxmlformats.org/officeDocument/2006/relationships/image" Target="/ppt/media/image4.png" Id="Rffb6580ca8be4166" /><Relationship Type="http://schemas.openxmlformats.org/officeDocument/2006/relationships/notesSlide" Target="/ppt/notesSlides/notesSlide3.xml" Id="R629fd10ebcd744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83afb945b495f" /><Relationship Type="http://schemas.openxmlformats.org/officeDocument/2006/relationships/image" Target="/ppt/media/image5.png" Id="R96d6b40f520d42a3" /><Relationship Type="http://schemas.openxmlformats.org/officeDocument/2006/relationships/notesSlide" Target="/ppt/notesSlides/notesSlide4.xml" Id="R6168746e6cc54b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3e5d6667a487f" /><Relationship Type="http://schemas.openxmlformats.org/officeDocument/2006/relationships/image" Target="/ppt/media/image6.png" Id="Reb67311f26214ad0" /><Relationship Type="http://schemas.openxmlformats.org/officeDocument/2006/relationships/notesSlide" Target="/ppt/notesSlides/notesSlide5.xml" Id="Rba6cabc39f784c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f5ba88e27440b" /><Relationship Type="http://schemas.openxmlformats.org/officeDocument/2006/relationships/image" Target="/ppt/media/image7.png" Id="Ra87f3519ca5e4bd2" /><Relationship Type="http://schemas.openxmlformats.org/officeDocument/2006/relationships/notesSlide" Target="/ppt/notesSlides/notesSlide6.xml" Id="Rf815420f536e40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C6DC7-98AD-4F56-ADFE-627FB856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OG WEB.SITE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151EE-2EEA-451A-A073-76BA3BD1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49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49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OG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4D3C4-21DE-4FD0-8A30-ACDBD090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550" b="0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2550" b="0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93EEAC"/>
                </a:solidFill>
                <a:latin typeface="Arial"/>
                <a:ea typeface="Arial"/>
                <a:cs typeface="Arial"/>
              </a:rPr>
              <a:t>Product and technical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58622-E6F1-41E6-8A0C-7AF5C1D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5667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A desktop workbench for library discovery, public code examples and editable program foundations.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65837-A6D8-4B08-AFEC-59E4D6626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5cde0e2b54635"/>
          <a:stretch xmlns:a="http://schemas.openxmlformats.org/drawingml/2006/main"/>
        </p:blipFill>
        <p:spPr>
          <a:xfrm xmlns:a="http://schemas.openxmlformats.org/drawingml/2006/main">
            <a:off x="7000875" y="1181100"/>
            <a:ext cx="4524375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FD1C5-467D-49CB-8391-E2A6096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626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275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Rob Johnston | Source evidence: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399911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2F6BB-186B-44FD-A2A0-35064ACF4E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8d950a0c44c5a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AEF19-0A7F-434A-9FE0-93AD251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989EC-EAE6-4528-98AC-DBBE0C05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coding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3B171-4E54-4D37-A6A5-2718C80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Product and technical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FED4E-4E00-4A53-BA7E-AF2E500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9DAE3-DE20-4D84-9592-9B3DBB7C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Build code accepts a program idea and returns editable source with guidance.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6D4B1-9D6E-425B-AD43-07844BE4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Browse libraries and Local models have their own tabs. Connect a model explicitly, or use supplied and retrieved examples without AI.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0DDD9-9792-4A09-A936-4C5F212519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827261d6d4263"/>
          <a:stretch xmlns:a="http://schemas.openxmlformats.org/drawingml/2006/main"/>
        </p:blipFill>
        <p:spPr>
          <a:xfrm xmlns:a="http://schemas.openxmlformats.org/drawingml/2006/main">
            <a:off x="3638550" y="1488281"/>
            <a:ext cx="8001000" cy="45005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71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79747-31A1-4DAB-9BC4-57FD2161E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6580ca8be4166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FB7F8-3C58-4CE6-BD03-CCD145B1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52EC7-B80F-454A-9974-E905A351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D5BF2-6470-4179-AEF6-DF4631DF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Product and technical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4F872-607C-4FC0-99CE-BB0BD95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FC69F-EA88-4B5C-B2C6-2FD5797E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Desktop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CD42F-689A-405C-85CA-31EE5311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og_companion.py coordinates three Qt tabs, background workers and the editable source. Startup fits the display work area and remembers the chosen monitor.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A4D20-C074-4FDD-9FB1-F245030A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Discovery and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25DAA-74DF-4DCA-9BBD-03B7DD4B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og_companion_search.py handles task matching and registries. It discovers recipient model services and validates Python responses before display.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E27F1-2F4F-4CC9-A9A0-8E28D28F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Documentation and source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80456-A530-4EA9-A617-90C3C8C9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og_companion_sources.py retrieves public HTTPS text, extracts code blocks and supports full collections with per-collection deduplication.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CFDEC-5377-41D2-ADA1-A12F191C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Local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94170-899A-4D2F-9637-CEA1B7E9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catalogue and supplied assets sit beside the executable. Caches and service URLs belong to each user. Model weights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425568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C254F-D2C9-4300-89BE-18D06A243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6b40f520d42a3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8D561-5087-422C-9496-972C02CA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80068-B6DB-4FE1-AE50-447A8A23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Content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F5392-6A24-4DFF-A75A-3B8C6429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Product and technical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D835A-AAC0-4852-881E-56704B59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F802A-6201-4CD1-BE44-660976AC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9D6CE-DD60-400E-B98F-CF754674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22 language/tool choices, including CMake. Seven registry adapters directly cover 11 choices; other routes use documentation and public source discovery.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F2CE9-1CAC-46E9-BA21-57A350DA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Documentation 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98BC7-B4F4-4818-9BB2-B3ED6BF1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244 collection titles across 837 published editions. These are versions and documentation sets, rather than 837 unique libraries.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237AF-4ABE-45A9-B2B7-48424329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Included 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8058A-56A6-4E98-A7A9-D612B135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31 teaching snippets across 14 languages, two Python foundations and 14 licensed example collections.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24704-F3C0-4594-A68E-B50CD1A3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Measured source blocks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EBE15-C795-4F8F-9F24-FE4D4BAA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14 supplied collections contain 84,512 summed blocks. The sum is per collection, includes configuration/transcripts and is not a count of runnable programs.</a:t>
            </a:r>
          </a:p>
        </p:txBody>
      </p:sp>
    </p:spTree>
    <p:extLst>
      <p:ext uri="{BB962C8B-B14F-4D97-AF65-F5344CB8AC3E}">
        <p14:creationId xmlns:p14="http://schemas.microsoft.com/office/powerpoint/2010/main" val="1657922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E15AF-5F7A-4B6B-9EA8-480780078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7311f26214ad0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7F74F-23D9-4B1D-98A6-549E85BA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347E8-13FA-4A21-B67D-ED394AF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Operating evidence and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BCE8D-19E0-4698-89B9-0B3A0ADC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Product and technical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0BAF8-38D4-4052-AE76-841F7159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B51DB-9F18-4C66-A622-F80C897F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Current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0DCA1-EF7F-4791-8831-44C5B27F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106 automated checks passed on 14/10/2026. The packaged executable loads both foundations, three tabs, clearing and undo.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C955B-F130-430E-9897-EEB22DC4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Branding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D3244-1C79-4BE7-B1EB-4720B07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original PNG and ICO remain intact. A smoothly scaled circle forms the background, with softer contrast and readable code colours.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A3F25-3D37-48A0-8A91-52453650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Current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54C67-EB41-4FA1-BC84-CA6F182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Windows 2.2 executable runs from the canonical application folder. Its native visible frame fits screen 3, including the title bar.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887C2-A369-43AF-AD8E-0A4859D5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Outstanding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D2CE0-E47C-4BEC-BCAC-CB0C1A24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interface was inspected at 1280 x 720 and 960 x 700 logical sizes. A clean second computer and live LM Studio installation remain separate checks.</a:t>
            </a:r>
          </a:p>
        </p:txBody>
      </p:sp>
    </p:spTree>
    <p:extLst>
      <p:ext uri="{BB962C8B-B14F-4D97-AF65-F5344CB8AC3E}">
        <p14:creationId xmlns:p14="http://schemas.microsoft.com/office/powerpoint/2010/main" val="1502496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1DF86-88DB-45BC-9561-4100E06F5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f3519ca5e4bd2"/>
          <a:stretch xmlns:a="http://schemas.openxmlformats.org/drawingml/2006/main"/>
        </p:blipFill>
        <p:spPr>
          <a:xfrm xmlns:a="http://schemas.openxmlformats.org/drawingml/2006/main">
            <a:off x="7620000" y="23336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CC9ED-0305-4766-BAB4-0B91597C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286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FF83C-713B-4157-9634-D21AD6B3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4EAE6"/>
                </a:solidFill>
                <a:latin typeface="Arial"/>
                <a:ea typeface="Arial"/>
                <a:cs typeface="Arial"/>
              </a:rPr>
              <a:t>Development and use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F08FE-6D67-43E7-B5C7-4F02C42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0">
                <a:solidFill>
                  <a:srgbClr val="A4B6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4B6AA"/>
                </a:solidFill>
                <a:latin typeface="Arial"/>
                <a:ea typeface="Arial"/>
                <a:cs typeface="Arial"/>
              </a:rPr>
              <a:t>OG Companion | Product and technical | 14/10/2026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4F705-FAE9-45B8-94AF-82FD537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39EB4-D993-43D3-9ACE-D45F09A0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Custom program drafts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FBD8E-7294-4259-9B93-0410BB4E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Custom drafts use a connected Ollama, LM Studio or compatible local service. One qwen2.5:3b module passed controlled file-count and missing-folder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AA97C-A88B-477E-BFF2-D631835A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Public reference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A306B-453E-4FCF-B176-0990BB9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Sources retain URLs and attribution. The app fetches public HTTPS text and rejects local/private source destinations; it does not run retrieved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24476-5C78-4E88-9AC8-8A554522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Code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4B682-CCDF-442C-BFC8-C23CF2B2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OG application and brand are distinct from third-party reference examples. Their supplied source-licence files remain with the collections.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D197F-8C87-47AD-8AC5-650FDDCB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93E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3EEAC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681F6-F938-4921-88DB-C42E6A91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E4EA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6"/>
                </a:solidFill>
                <a:latin typeface="Arial"/>
                <a:ea typeface="Arial"/>
                <a:cs typeface="Arial"/>
              </a:rPr>
              <a:t>The Windows ZIP includes its runtime, assets and examples. Recipient acceptance and broader provider checks remain distinct from local build evidence.</a:t>
            </a:r>
          </a:p>
        </p:txBody>
      </p:sp>
    </p:spTree>
    <p:extLst>
      <p:ext uri="{BB962C8B-B14F-4D97-AF65-F5344CB8AC3E}">
        <p14:creationId xmlns:p14="http://schemas.microsoft.com/office/powerpoint/2010/main" val="1099731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2026-10-14T09:24:01.1920000Z</dcterms:created>
  <dcterms:modified xsi:type="dcterms:W3CDTF">2026-10-14T09:24:01.1920000Z</dcterms:modified>
</coreProperties>
</file>